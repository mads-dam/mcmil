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>
        <p:scale>
          <a:sx n="195" d="100"/>
          <a:sy n="195" d="100"/>
        </p:scale>
        <p:origin x="-1368" y="-1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94D2-64CA-CB11-0DC8-8030113C8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E88B3-E809-9A14-A786-9B460FFCB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68FDA-EC9E-C247-04AC-58546C30D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72602-A2C1-6BE3-21A9-F31AC0D3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BD163-0CAD-EE66-3978-2C23CC4F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9209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AF4B-347F-7995-1C30-BA3862E20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1FEBE-708E-5609-E0C7-93A3EEECA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29607-FA7D-BBB1-021D-2F291B2FE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5F395-141A-939C-C85B-565691E2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C9EB5-D6DA-6AF7-DE09-34510292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7732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5FE8-BB53-1FAA-B942-A696ED47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DF5BB-AEA7-C036-BF50-9242B0363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598CF-B8FD-4CD4-AD8A-17F2E4D41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FF34-1E4A-8A80-2B07-25D84B8A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63DC6-EE7D-8E22-9C26-7D2B6AD6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7229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A4D7-727E-ED3D-A810-2BC00342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E1184-74C9-D5E1-5330-87691009F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7CE43-4885-A494-AAB2-97E0171D3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359B1-14D2-D0AC-3D6F-DCD24E53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804EB-53C3-5518-C280-86712C3CA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245BB-37AA-BB23-53FC-857BD3C0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69163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5D45-E93A-8BFD-C7E1-8F65D832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99D8F-FD37-3236-B955-B9BDD579E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C9DC8-E216-BBE0-E3F9-EF2657AF6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AE5A7-A2C3-3E32-6EB9-05DDE8C62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C81A4-61A0-8A1A-0B6F-91FB7532C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9D62C-55D4-8F3C-A648-458110EB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6BAAAD-59B0-203C-05EF-1A1D2E21B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AE489E-7B8C-9499-6958-63DBE90E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18811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1CA1-AF45-7A80-76AB-A62FE539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96027-DC7F-BBC5-8FDB-D1CD2DBE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9413A-1ECA-2F48-809B-E8E9B5BE8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96F37-8594-33CD-2FA7-2CCE3E0F7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89772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EEA63-A441-CA82-613B-8DDE73A3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A5C05-A3E4-1B4E-1DE9-0EAC52678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C96F1-BF72-7D62-F993-017186AD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7871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25CC-1EB0-7466-C3A5-4814DB07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FE85B-334D-5203-31D8-B8AD34D32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136C7-0593-EEEF-D3C3-8F659DE88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C5F3F-381A-B9E6-05CD-BF89973A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1780B-E5A9-C00E-2886-76257979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52FA6-87FF-125E-D9AF-D6EAA98CF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4286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8AF5-7F83-7362-621E-3400486A7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EF33CB-7850-4BAC-5208-8343ECE65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44D01-8C50-F14D-CD7B-7C0D8B77B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CA0AE-E658-4D42-7651-4B18EBCF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E9593-01CE-A767-BB4E-B8EEBD336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1F2D4-5569-8E3E-05D4-E977C28C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5468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C9F7-EC7D-3E41-B52F-6079CEAB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7AB10-9AC6-9CFC-7BD0-756D81DD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96746-DA62-A453-3033-7748317D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73012-3364-9178-F9FB-1109689AF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7E99F-23BE-5A99-16B0-FE620B88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7836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448B2-DA85-2525-689D-D96044B06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A28DA-8835-860C-1AFC-34F75EB47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BD101-E6D0-A461-BA79-3CB4B213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7123-9519-2865-8944-F1C28418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7B069-938B-8533-B29D-21F054684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885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9CA9BD-ADD9-E390-14DC-A37C1EE0A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487A4-BAFB-C0B4-B29B-678423212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33206-2B1B-50D6-8421-1D68DB112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E0C65-1994-B44C-B475-A3EC7F979B42}" type="datetimeFigureOut">
              <a:rPr lang="en-SE" smtClean="0"/>
              <a:t>2024-01-11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90869-0D77-F777-09F2-219CD9A06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F7052-57B7-DD37-A82A-00AEAAA3D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1EB0A-9135-A44E-9B3B-53F8A0E4A4A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56145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0917BB-4F04-8317-BBBF-1FB7E8134A9E}"/>
              </a:ext>
            </a:extLst>
          </p:cNvPr>
          <p:cNvCxnSpPr/>
          <p:nvPr/>
        </p:nvCxnSpPr>
        <p:spPr>
          <a:xfrm flipV="1">
            <a:off x="2862943" y="1436914"/>
            <a:ext cx="0" cy="42018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EB122E-9490-B89B-B0F1-4E13DF01C7A9}"/>
              </a:ext>
            </a:extLst>
          </p:cNvPr>
          <p:cNvCxnSpPr/>
          <p:nvPr/>
        </p:nvCxnSpPr>
        <p:spPr>
          <a:xfrm flipV="1">
            <a:off x="4305523" y="1436914"/>
            <a:ext cx="0" cy="42018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C69F96-5DBF-90D3-C0D6-AA85EF80856E}"/>
              </a:ext>
            </a:extLst>
          </p:cNvPr>
          <p:cNvCxnSpPr/>
          <p:nvPr/>
        </p:nvCxnSpPr>
        <p:spPr>
          <a:xfrm flipV="1">
            <a:off x="5735960" y="1436914"/>
            <a:ext cx="0" cy="42018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DF1B91A-C295-36D6-E661-B377198A257F}"/>
              </a:ext>
            </a:extLst>
          </p:cNvPr>
          <p:cNvSpPr/>
          <p:nvPr/>
        </p:nvSpPr>
        <p:spPr>
          <a:xfrm>
            <a:off x="5660724" y="2564904"/>
            <a:ext cx="144000" cy="144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9E4156-7E4F-4442-2E5E-EF249600D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486" y="2772544"/>
            <a:ext cx="165100" cy="152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3659CE-9315-8D3F-E3C0-461FF42BB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141" y="3121231"/>
            <a:ext cx="165100" cy="152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6F6631-30A5-1E5C-A578-0307CBB57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393" y="3352800"/>
            <a:ext cx="165100" cy="152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28E2E6C-BEE9-603B-83AC-520F0F9DD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790" y="3933057"/>
            <a:ext cx="165100" cy="152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311734-70AA-7A87-87DC-9AADCD24B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663" y="4595428"/>
            <a:ext cx="165100" cy="152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E37393A-4E06-E311-1EE9-30D200027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393" y="3701487"/>
            <a:ext cx="165100" cy="152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A41BC3-3827-5CFF-8F45-407D0D0E7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373" y="1924709"/>
            <a:ext cx="165100" cy="1524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F8A0C3-AB0C-6828-A100-66C26FA76A16}"/>
              </a:ext>
            </a:extLst>
          </p:cNvPr>
          <p:cNvCxnSpPr>
            <a:cxnSpLocks/>
            <a:stCxn id="15" idx="3"/>
            <a:endCxn id="8" idx="2"/>
          </p:cNvCxnSpPr>
          <p:nvPr/>
        </p:nvCxnSpPr>
        <p:spPr>
          <a:xfrm flipV="1">
            <a:off x="4377586" y="2636904"/>
            <a:ext cx="1283138" cy="211840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B5C829-0F60-F611-8DB5-0FA2E2D9D0CF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2945493" y="3197431"/>
            <a:ext cx="1268648" cy="231569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F3BDE17-E793-DA1A-9DD6-42CB854AFB73}"/>
              </a:ext>
            </a:extLst>
          </p:cNvPr>
          <p:cNvCxnSpPr>
            <a:cxnSpLocks/>
            <a:stCxn id="18" idx="1"/>
            <a:endCxn id="20" idx="3"/>
          </p:cNvCxnSpPr>
          <p:nvPr/>
        </p:nvCxnSpPr>
        <p:spPr>
          <a:xfrm flipH="1" flipV="1">
            <a:off x="2945493" y="3777687"/>
            <a:ext cx="2712297" cy="231570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72D69802-3F82-1EEB-F2F0-01630B9EA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554" y="4293096"/>
            <a:ext cx="165100" cy="152400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9023CFB-0C57-CE7F-49A1-C30EA828935E}"/>
              </a:ext>
            </a:extLst>
          </p:cNvPr>
          <p:cNvCxnSpPr>
            <a:cxnSpLocks/>
            <a:stCxn id="19" idx="3"/>
            <a:endCxn id="32" idx="1"/>
          </p:cNvCxnSpPr>
          <p:nvPr/>
        </p:nvCxnSpPr>
        <p:spPr>
          <a:xfrm flipV="1">
            <a:off x="4384763" y="4369296"/>
            <a:ext cx="1280791" cy="302332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C9172037-A462-6226-D865-6E66B2B69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768" y="5015156"/>
            <a:ext cx="165100" cy="152400"/>
          </a:xfrm>
          <a:prstGeom prst="rect">
            <a:avLst/>
          </a:prstGeom>
        </p:spPr>
      </p:pic>
      <p:sp>
        <p:nvSpPr>
          <p:cNvPr id="45" name="Freeform 44">
            <a:extLst>
              <a:ext uri="{FF2B5EF4-FFF2-40B4-BE49-F238E27FC236}">
                <a16:creationId xmlns:a16="http://schemas.microsoft.com/office/drawing/2014/main" id="{CC18650F-AA31-034E-223E-D8C19E66C9E5}"/>
              </a:ext>
            </a:extLst>
          </p:cNvPr>
          <p:cNvSpPr/>
          <p:nvPr/>
        </p:nvSpPr>
        <p:spPr>
          <a:xfrm>
            <a:off x="4389120" y="2044337"/>
            <a:ext cx="1906128" cy="3041979"/>
          </a:xfrm>
          <a:custGeom>
            <a:avLst/>
            <a:gdLst>
              <a:gd name="connsiteX0" fmla="*/ 0 w 1906128"/>
              <a:gd name="connsiteY0" fmla="*/ 3037114 h 3041979"/>
              <a:gd name="connsiteX1" fmla="*/ 1600200 w 1906128"/>
              <a:gd name="connsiteY1" fmla="*/ 2743200 h 3041979"/>
              <a:gd name="connsiteX2" fmla="*/ 1894114 w 1906128"/>
              <a:gd name="connsiteY2" fmla="*/ 1123406 h 3041979"/>
              <a:gd name="connsiteX3" fmla="*/ 1410789 w 1906128"/>
              <a:gd name="connsiteY3" fmla="*/ 0 h 3041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6128" h="3041979">
                <a:moveTo>
                  <a:pt x="0" y="3037114"/>
                </a:moveTo>
                <a:cubicBezTo>
                  <a:pt x="642257" y="3049632"/>
                  <a:pt x="1284514" y="3062151"/>
                  <a:pt x="1600200" y="2743200"/>
                </a:cubicBezTo>
                <a:cubicBezTo>
                  <a:pt x="1915886" y="2424249"/>
                  <a:pt x="1925682" y="1580606"/>
                  <a:pt x="1894114" y="1123406"/>
                </a:cubicBezTo>
                <a:cubicBezTo>
                  <a:pt x="1862546" y="666206"/>
                  <a:pt x="1636667" y="333103"/>
                  <a:pt x="1410789" y="0"/>
                </a:cubicBezTo>
              </a:path>
            </a:pathLst>
          </a:custGeom>
          <a:noFill/>
          <a:ln w="15875">
            <a:prstDash val="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75195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Mads Dam</dc:creator>
  <cp:lastModifiedBy>Mads Dam</cp:lastModifiedBy>
  <cp:revision>2</cp:revision>
  <dcterms:created xsi:type="dcterms:W3CDTF">2024-01-11T19:44:40Z</dcterms:created>
  <dcterms:modified xsi:type="dcterms:W3CDTF">2024-01-11T20:07:40Z</dcterms:modified>
</cp:coreProperties>
</file>