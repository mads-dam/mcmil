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6327"/>
  </p:normalViewPr>
  <p:slideViewPr>
    <p:cSldViewPr snapToGrid="0">
      <p:cViewPr varScale="1">
        <p:scale>
          <a:sx n="104" d="100"/>
          <a:sy n="104" d="100"/>
        </p:scale>
        <p:origin x="23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CAA7-63F8-9877-16C7-62CAED70A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2984D-954F-583C-0B80-F5270012E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CBD7-626D-1967-7DCE-2E8624C37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0828A-9503-AF77-61E7-7174F7A8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6AD83-A6D0-D1A3-7DE6-273CFBD4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6466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E07A-A0CC-C66E-C556-EC2EF89E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1656-0550-20AA-1D25-607A4661A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2B986-581B-B64C-F99F-74A48D13B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1C3C5-1D29-7508-6CB8-6E59E11B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A589A-E04A-90AB-2C17-20F8C42B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6071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3A86-C7CD-140B-8071-305C33B5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E9680-1F70-C490-48BA-F8BE3A53C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0CAF7-9263-C2AC-0A08-EBE3580A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90993-E1DC-04BB-15F4-6F9A00C7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D5030-7F2F-E8F0-9AD2-95228947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5386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498A-543E-D02E-24E9-A5E1FC0C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F2A08-9848-B168-9CB5-4E6208B0A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612D3-C8FD-EBD2-C2CF-2FD6A3E61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68230-159B-CF5A-6F1A-3B1AAB9B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69BF0-5B8A-F12C-456C-28C8956F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809E5-6BD9-ED0F-A1F5-F74BDCCA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9220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35AD-84A6-76BC-9274-F9F993186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E212-01C8-18A1-8E15-4EE8826EB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1F305-C7DA-59ED-F4DA-693788011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51E30-AB99-5675-E4F6-37EFDC96D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D7266-3DFD-2B36-4530-9EE3E56EB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0FC6B-52C1-928D-6039-05CC94BD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C9A35-00E4-CC35-4C28-12884D1E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2564E8-B4A1-D224-37E8-6B43A329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5806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351D-7942-C363-ED43-6866A6D6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B51D6-DAC9-154E-6778-E0BC19AA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8A422-8AC7-BB91-5058-09BA4EFA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4B166-E22E-A95B-52B5-73685ABC5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4356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523E09-6D2F-C79B-C452-66657264C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2C847-68F9-A13D-0A2A-5E1D5284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9D398-608F-0865-7729-1C0E55AB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4279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B275-9C34-618B-B5CD-EE841C001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25DB-48EE-B0D9-767D-E46E6F13D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3F3A6-CCEF-911A-0640-E0175AD0A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5DABD-A255-4569-BD9C-96CE79AB9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82FD1-E184-10CD-141D-58AB0CDD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56197-9C1B-2465-64CD-A178826A4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32519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3C7E-6776-AD0B-7AEA-2E9DE9CCA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51D228-C775-CDBD-2556-FFA7A5AF4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7DC96-AAD0-2086-8D36-31A78E4D6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B2834-D227-D936-AA6E-67F7277E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55A73-1C3E-350A-BD82-AA22B947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4238B-A745-4FF5-4B46-FA340151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8050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085D-A86C-9B6F-CE49-B8FBF7EA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24FB7-7080-7D7C-A5B4-54EBBC37B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D87B7-D72F-BD3C-B0CC-EC3EF2FE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36EA-BE50-7D35-EB0E-568110746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102D-B9FF-DD1E-E1D5-21602EAC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2157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E1F81A-F8CB-39E2-2832-CFFC4A8C3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9BDC2-12E6-469B-4ACD-B6467485E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7BD9-3FBC-8A16-5681-29CA1D9D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E4759-0B3B-7663-289E-719468C5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FCA96-F354-C219-BB3B-34AE313D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0901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B2FBF6-17B3-3B2B-ECC6-EBC460A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90663-EC58-B3F1-0A43-6241A5D36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E4563-7C34-C905-48F9-768CFF6B1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0A823-2ACE-914F-BFFC-A6798BAD7E7E}" type="datetimeFigureOut">
              <a:rPr lang="en-SE" smtClean="0"/>
              <a:t>2023-04-12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B6097-2863-B850-6F90-5FA5C29E8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C0294-5DA4-769C-1F1E-3FFFE7199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B2DEF-88B5-ED42-AF72-B3FB2642ECF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8382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BD8983-BFAC-6371-A8BB-52B37FE9BDCD}"/>
              </a:ext>
            </a:extLst>
          </p:cNvPr>
          <p:cNvSpPr/>
          <p:nvPr/>
        </p:nvSpPr>
        <p:spPr>
          <a:xfrm>
            <a:off x="4473146" y="1915297"/>
            <a:ext cx="1285103" cy="208829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05BC5-B3D5-7251-4EBB-4BEF1EF110B0}"/>
              </a:ext>
            </a:extLst>
          </p:cNvPr>
          <p:cNvSpPr txBox="1"/>
          <p:nvPr/>
        </p:nvSpPr>
        <p:spPr>
          <a:xfrm>
            <a:off x="4608891" y="2774777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Thread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48A23-0637-6C69-BAFD-8E870C49386F}"/>
              </a:ext>
            </a:extLst>
          </p:cNvPr>
          <p:cNvSpPr/>
          <p:nvPr/>
        </p:nvSpPr>
        <p:spPr>
          <a:xfrm>
            <a:off x="7220464" y="1915297"/>
            <a:ext cx="1285103" cy="208829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8F747-E18D-F02B-AECB-E21E065AB1CC}"/>
              </a:ext>
            </a:extLst>
          </p:cNvPr>
          <p:cNvSpPr txBox="1"/>
          <p:nvPr/>
        </p:nvSpPr>
        <p:spPr>
          <a:xfrm>
            <a:off x="7356209" y="2774777"/>
            <a:ext cx="1018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Thread </a:t>
            </a:r>
            <a:r>
              <a:rPr lang="en-SE" i="1" dirty="0"/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E8FCA-C8A8-A3DF-0754-2E42052E6246}"/>
              </a:ext>
            </a:extLst>
          </p:cNvPr>
          <p:cNvSpPr txBox="1"/>
          <p:nvPr/>
        </p:nvSpPr>
        <p:spPr>
          <a:xfrm>
            <a:off x="5971659" y="2313112"/>
            <a:ext cx="10230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5400" dirty="0"/>
              <a:t>. . 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676EFB-B766-D5E1-BD05-7E7ECFC94E6A}"/>
              </a:ext>
            </a:extLst>
          </p:cNvPr>
          <p:cNvSpPr/>
          <p:nvPr/>
        </p:nvSpPr>
        <p:spPr>
          <a:xfrm>
            <a:off x="4473145" y="4646141"/>
            <a:ext cx="4032421" cy="9233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D5424-F032-DF7D-B3EA-30CB48A1E725}"/>
              </a:ext>
            </a:extLst>
          </p:cNvPr>
          <p:cNvSpPr txBox="1"/>
          <p:nvPr/>
        </p:nvSpPr>
        <p:spPr>
          <a:xfrm>
            <a:off x="5988714" y="4917989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Memory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36945D-F5B6-DB77-B8D1-9AFC044B96F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115698" y="4003589"/>
            <a:ext cx="1" cy="64255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C53EEE-4273-9C6F-561A-45C9D8C8EB2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863016" y="4003589"/>
            <a:ext cx="0" cy="64255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92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Mads Dam</dc:creator>
  <cp:lastModifiedBy>Mads Dam</cp:lastModifiedBy>
  <cp:revision>1</cp:revision>
  <dcterms:created xsi:type="dcterms:W3CDTF">2023-04-12T16:01:21Z</dcterms:created>
  <dcterms:modified xsi:type="dcterms:W3CDTF">2023-04-12T16:06:45Z</dcterms:modified>
</cp:coreProperties>
</file>